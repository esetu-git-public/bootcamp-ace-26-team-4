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65" r:id="rId4"/>
    <p:sldId id="266" r:id="rId5"/>
    <p:sldId id="257" r:id="rId6"/>
    <p:sldId id="258" r:id="rId7"/>
    <p:sldId id="259" r:id="rId8"/>
    <p:sldId id="267" r:id="rId10"/>
    <p:sldId id="268" r:id="rId11"/>
    <p:sldId id="26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BB839-717A-43BB-B9BE-55BF3194F94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5D07-2BD0-4CEA-A7E9-113B3958A5E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55D07-2BD0-4CEA-A7E9-113B3958A5E1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A5D38-AC53-4620-AC1F-D57908A17B8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9FDF4-CFAD-44F5-A793-8F51AA2B2EB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2360"/>
            <a:ext cx="9144000" cy="187579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BOOTCAMP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TITLE:-Medical Research Paper Assistant using RAG and LLM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35960"/>
            <a:ext cx="9144000" cy="2870199"/>
          </a:xfrm>
        </p:spPr>
        <p:txBody>
          <a:bodyPr>
            <a:norm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scrum master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M.Srija Reddy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TEAM-4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Researchers, students, and healthcare professionals often spend a lot of time searching through large numbers of medical research papers and clinical guidelines to find relevant information. Understanding complex medical content and comparing multiple sources is difficult and time-consuming. There is a need for an intelligent system that can quickly answer user questions from trusted medical documents and provide citation-backed responses.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However, finding relevant information from hundreds of lengthy documents is slow, time-consuming, and often inefficient.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Medical Research Paper Assistant – Ask questions over research papers and clinical guidelines is an AI-based web application that helps users interact with medical documents through a chatbot interface. The system ingests research papers and clinical guidelines, processes them into searchable chunks, and uses RAG + LLM to generate accurate answers with citations. It also supports document search, filtering, and conversation history, making medical knowledge retrieval faster, easier, and more reliable.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944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research chatbot.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document processing.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search and filtering.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Citation-supported responses.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history.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user interface.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104648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278" y="1667435"/>
            <a:ext cx="10611522" cy="3872753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uploading and reading XML research papers.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documents into searchable chunks.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embeddings and build a vector database.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information using RAG.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 responses with citations.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document upload and management.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searching by journal, author, publication year and keywords.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0611"/>
            <a:ext cx="10515600" cy="82833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- FUNCTIONAL REQUIREMENTS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processing of thousands of XML files.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Maintainable and modular codebase.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Execution Workflow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System extracts text from documents (XML)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Text is cleaned and split into chunks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Embeddings are generated for each chunk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Chunks + embeddings are stored in Vector Database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User asks a question in chatbot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System converts query into embedding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Retriever finds most relevant chunks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LLM generates answer using retrieved context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Final response with citations is shown to the user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FRAMEWORK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for chatbot UI, search filters, and document management pages.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Flask for API handling and business logic.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Ingestion Layer: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and process research papers / clinical guidelines.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Layer: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text and metadata from XML, PDF, or DOCX files.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Module: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 extracted content into smaller searchable text chunks.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chunks and user queries into vector embeddings.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embeddings and perform similarity search.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relevant chunks based on the user query.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Layer: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natural language answers using retrieved content.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History: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metadata, user chat history, and citation details.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655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TASKS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701040" y="1442720"/>
          <a:ext cx="10652760" cy="4693920"/>
        </p:xfrm>
        <a:graphic>
          <a:graphicData uri="http://schemas.openxmlformats.org/drawingml/2006/table">
            <a:tbl>
              <a:tblPr/>
              <a:tblGrid>
                <a:gridCol w="4236720"/>
                <a:gridCol w="6416040"/>
              </a:tblGrid>
              <a:tr h="417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Module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Responsibilities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Pipeline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generation, vector database, retrieval, prompt building, LLM integration, citation generation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FastAPI, REST APIs, authentication (optional), database connection, logging, API integration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interface, chatbot page, document upload, search filters, citation display, chat history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3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 &amp; Database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XML parsing, text preprocessing, chunking, metadata extraction, processed data storage, vector database management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3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Evaluation, Testing &amp; Deployment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evaluation, retrieval metrics, hallucination detection, unit testing, performance testing, deployment, monitoring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790"/>
          </a:xfrm>
        </p:spPr>
        <p:txBody>
          <a:bodyPr>
            <a:normAutofit fontScale="90000"/>
          </a:bodyPr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Sprint Planning Overview</a:t>
            </a:r>
            <a:b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5599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project has been planned into five sprints, each focusing on a specific phase of development.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Sprint 1</a:t>
            </a:r>
            <a:r>
              <a:rPr lang="en-IN" altLang="en-US"/>
              <a:t>- </a:t>
            </a:r>
            <a:r>
              <a:rPr lang="en-US" altLang="en-US"/>
              <a:t>Project Setup &amp; Planning</a:t>
            </a:r>
            <a:endParaRPr lang="en-US" altLang="en-US"/>
          </a:p>
          <a:p>
            <a:r>
              <a:rPr lang="en-US" altLang="en-US"/>
              <a:t>Sprint 2</a:t>
            </a:r>
            <a:r>
              <a:rPr lang="en-IN" altLang="en-US"/>
              <a:t>- </a:t>
            </a:r>
            <a:r>
              <a:rPr lang="en-US" altLang="en-US"/>
              <a:t>Frontend &amp; Data Processing</a:t>
            </a:r>
            <a:endParaRPr lang="en-US" altLang="en-US"/>
          </a:p>
          <a:p>
            <a:r>
              <a:rPr lang="en-US" altLang="en-US"/>
              <a:t>Sprint 3</a:t>
            </a:r>
            <a:r>
              <a:rPr lang="en-IN" altLang="en-US"/>
              <a:t>- </a:t>
            </a:r>
            <a:r>
              <a:rPr lang="en-US" altLang="en-US"/>
              <a:t>RAG Pipeline Development</a:t>
            </a:r>
            <a:endParaRPr lang="en-US" altLang="en-US"/>
          </a:p>
          <a:p>
            <a:r>
              <a:rPr lang="en-US" altLang="en-US"/>
              <a:t>Sprint 4</a:t>
            </a:r>
            <a:r>
              <a:rPr lang="en-IN" altLang="en-US"/>
              <a:t>- </a:t>
            </a:r>
            <a:r>
              <a:rPr lang="en-US" altLang="en-US"/>
              <a:t>System Integration</a:t>
            </a:r>
            <a:endParaRPr lang="en-US" altLang="en-US"/>
          </a:p>
          <a:p>
            <a:r>
              <a:rPr lang="en-US" altLang="en-US"/>
              <a:t>Sprint 5</a:t>
            </a:r>
            <a:r>
              <a:rPr lang="en-IN" altLang="en-US"/>
              <a:t>- </a:t>
            </a:r>
            <a:r>
              <a:rPr lang="en-US" altLang="en-US"/>
              <a:t>Testing &amp; Deployment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6305"/>
          </a:xfrm>
        </p:spPr>
        <p:txBody>
          <a:bodyPr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Sprint 1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30" y="1280795"/>
            <a:ext cx="10707370" cy="48964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Goal</a:t>
            </a: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project foundation and development environment.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Planned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Completed Tasks</a:t>
            </a: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Analysis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Team Role Assignment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GitHub Repository Setup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Folder Structure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 Initialization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Dependency Installation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Medical XML Dataset Preparation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project foundation was successfully established, enabling parallel development across all modules.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260"/>
          </a:xfrm>
        </p:spPr>
        <p:txBody>
          <a:bodyPr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Sprint 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2-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793615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user interface and prepare the medical documents for AI retrieval.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Planned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Completed Tasks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 Bar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Upload Page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Search Page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Chat Page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About Page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Footer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XML Parsing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Metadata Extraction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hunk Generation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Generation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Vector Database Setup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BM25 Index Creation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ready and the medical documents have been processed for retrieval.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655"/>
          </a:xfrm>
        </p:spPr>
        <p:txBody>
          <a:bodyPr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Sprint 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3 - On Going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0145"/>
            <a:ext cx="10515600" cy="5017135"/>
          </a:xfrm>
        </p:spPr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Goal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core Retrieval-Augmented Generation (RAG) pipeline and backend services.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Prompt Builder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(Gemini/OpenAI)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Backend Foundation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Dense Retrieval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Hybrid Retrieval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UI &amp; Dashboard Enhancement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065"/>
          </a:xfrm>
        </p:spPr>
        <p:txBody>
          <a:bodyPr>
            <a:normAutofit fontScale="90000"/>
          </a:bodyPr>
          <a:p>
            <a:pPr algn="ctr"/>
            <a:r>
              <a:rPr lang="en-IN" altLang="en-US" b="1"/>
              <a:t>SPRINT-3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345"/>
            <a:ext cx="10515600" cy="4940935"/>
          </a:xfrm>
        </p:spPr>
        <p:txBody>
          <a:bodyPr/>
          <a:p>
            <a:pPr marL="0" indent="0">
              <a:buNone/>
            </a:pPr>
            <a:r>
              <a:rPr lang="en-US" altLang="en-US" b="1"/>
              <a:t>In Progress</a:t>
            </a:r>
            <a:r>
              <a:rPr lang="en-IN" altLang="en-US" b="1"/>
              <a:t>:</a:t>
            </a:r>
            <a:endParaRPr lang="en-US" altLang="en-US" b="1"/>
          </a:p>
          <a:p>
            <a:r>
              <a:rPr lang="en-US" altLang="en-US" sz="2400"/>
              <a:t>Embedding Generation</a:t>
            </a:r>
            <a:endParaRPr lang="en-US" altLang="en-US" sz="2400"/>
          </a:p>
          <a:p>
            <a:r>
              <a:rPr lang="en-US" altLang="en-US" sz="2400"/>
              <a:t>Vector Database Configuration</a:t>
            </a:r>
            <a:endParaRPr lang="en-US" altLang="en-US" sz="2400"/>
          </a:p>
          <a:p>
            <a:r>
              <a:rPr lang="en-US" altLang="en-US" sz="2400"/>
              <a:t>File Upload API</a:t>
            </a:r>
            <a:endParaRPr lang="en-US" altLang="en-US" sz="2400"/>
          </a:p>
          <a:p>
            <a:r>
              <a:rPr lang="en-US" altLang="en-US" sz="2400"/>
              <a:t>Search API</a:t>
            </a:r>
            <a:endParaRPr lang="en-US" altLang="en-US" sz="2400"/>
          </a:p>
          <a:p>
            <a:r>
              <a:rPr lang="en-US" altLang="en-US" sz="2400"/>
              <a:t>Chat API</a:t>
            </a:r>
            <a:endParaRPr lang="en-US" altLang="en-US" sz="2400"/>
          </a:p>
          <a:p>
            <a:r>
              <a:rPr lang="en-US" altLang="en-US" sz="2400"/>
              <a:t>Backend Integration Testing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IN" altLang="en-US" sz="2400" b="1"/>
              <a:t>OUTCOME</a:t>
            </a:r>
            <a:r>
              <a:rPr lang="en-IN" altLang="en-US" sz="2400"/>
              <a:t>:</a:t>
            </a:r>
            <a:r>
              <a:rPr lang="en-US" altLang="en-US" sz="2400"/>
              <a:t>Core RAG pipeline and backend services implemented to enable intelligent medical information retrieval.</a:t>
            </a:r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230"/>
          </a:xfrm>
        </p:spPr>
        <p:txBody>
          <a:bodyPr>
            <a:normAutofit/>
          </a:bodyPr>
          <a:p>
            <a:pPr algn="ctr"/>
            <a:r>
              <a:rPr lang="en-IN" altLang="en-US" b="1"/>
              <a:t>SPRINT-4 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9990"/>
            <a:ext cx="10515600" cy="54311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Complete frontend-backend integration.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Planned Features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Upload Functionality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Search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Chat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Citation Display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Chat History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backend integrated, delivering a fully functional end-to-end Medical Research Assistant.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735"/>
          </a:xfrm>
        </p:spPr>
        <p:txBody>
          <a:bodyPr>
            <a:normAutofit/>
          </a:bodyPr>
          <a:p>
            <a:pPr algn="ctr"/>
            <a:r>
              <a:rPr lang="en-IN" altLang="en-US" b="1"/>
              <a:t>SPRINT-5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2860"/>
            <a:ext cx="10515600" cy="5191760"/>
          </a:xfrm>
        </p:spPr>
        <p:txBody>
          <a:bodyPr/>
          <a:p>
            <a:pPr marL="0" indent="0">
              <a:buNone/>
            </a:pPr>
            <a:r>
              <a:rPr lang="en-US" altLang="en-US" sz="2400" b="1"/>
              <a:t>Goal</a:t>
            </a:r>
            <a:r>
              <a:rPr lang="en-IN" altLang="en-US" b="1"/>
              <a:t>:</a:t>
            </a:r>
            <a:r>
              <a:rPr lang="en-IN" altLang="en-US" sz="2400"/>
              <a:t> </a:t>
            </a:r>
            <a:r>
              <a:rPr lang="en-US" altLang="en-US" sz="2400"/>
              <a:t>Testing, Optimization and Final Delivery.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Planned Activities</a:t>
            </a:r>
            <a:r>
              <a:rPr lang="en-IN" altLang="en-US" sz="2400" b="1"/>
              <a:t>:</a:t>
            </a:r>
            <a:endParaRPr lang="en-US" altLang="en-US" sz="2400"/>
          </a:p>
          <a:p>
            <a:r>
              <a:rPr lang="en-US" altLang="en-US" sz="2400"/>
              <a:t>Retrieval Accuracy Evaluation</a:t>
            </a:r>
            <a:endParaRPr lang="en-US" altLang="en-US" sz="2400"/>
          </a:p>
          <a:p>
            <a:r>
              <a:rPr lang="en-US" altLang="en-US" sz="2400"/>
              <a:t>Citation Verification</a:t>
            </a:r>
            <a:endParaRPr lang="en-US" altLang="en-US" sz="2400"/>
          </a:p>
          <a:p>
            <a:r>
              <a:rPr lang="en-US" altLang="en-US" sz="2400"/>
              <a:t>Hallucination Testing</a:t>
            </a:r>
            <a:endParaRPr lang="en-US" altLang="en-US" sz="2400"/>
          </a:p>
          <a:p>
            <a:r>
              <a:rPr lang="en-US" altLang="en-US" sz="2400"/>
              <a:t>Docker Deployment</a:t>
            </a:r>
            <a:endParaRPr lang="en-US" altLang="en-US" sz="2400"/>
          </a:p>
          <a:p>
            <a:r>
              <a:rPr lang="en-US" altLang="en-US" sz="2400"/>
              <a:t>Performance Optimization</a:t>
            </a:r>
            <a:endParaRPr lang="en-US" altLang="en-US" sz="2400"/>
          </a:p>
          <a:p>
            <a:r>
              <a:rPr lang="en-US" altLang="en-US" sz="2400"/>
              <a:t>Documentation</a:t>
            </a:r>
            <a:endParaRPr lang="en-US" altLang="en-US" sz="2400"/>
          </a:p>
          <a:p>
            <a:r>
              <a:rPr lang="en-US" altLang="en-US" sz="2400"/>
              <a:t>Final Demonstration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Medical Research Paper Assistant helps users quickly access information from research papers and clinical guidelines through an AI-powered chatbot.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time and effort required to search and understand complex medical documents.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RAG + LLM, the system provides accurate, citation-backed answers from trusted sources.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offers an efficient, user-friendly, and scalable solution for medical information retrieval.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6780</Words>
  <Application>WPS Presentation</Application>
  <PresentationFormat>Widescreen</PresentationFormat>
  <Paragraphs>178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Wingdings</vt:lpstr>
      <vt:lpstr>Manrope ExtraBold</vt:lpstr>
      <vt:lpstr>Lato</vt:lpstr>
      <vt:lpstr>Office Theme</vt:lpstr>
      <vt:lpstr>ML BOOTCAMP  TITLE:-Medical Research Paper Assistant</vt:lpstr>
      <vt:lpstr>PROBLEM STATEMENT</vt:lpstr>
      <vt:lpstr>PROJECT OVERVIEW:</vt:lpstr>
      <vt:lpstr>USER REQUIREMENTS</vt:lpstr>
      <vt:lpstr>FUNCTIONAL REQUIREMENTS</vt:lpstr>
      <vt:lpstr>NON - FUNCTIONAL REQUIREMENTS</vt:lpstr>
      <vt:lpstr>SYSTEM WORKFLOW</vt:lpstr>
      <vt:lpstr>TECHNICAL FRAMEWORK</vt:lpstr>
      <vt:lpstr>PROJECT TASKS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Laxmi</dc:creator>
  <cp:lastModifiedBy>M SRIJA REDDY</cp:lastModifiedBy>
  <cp:revision>5</cp:revision>
  <dcterms:created xsi:type="dcterms:W3CDTF">2026-07-06T05:54:00Z</dcterms:created>
  <dcterms:modified xsi:type="dcterms:W3CDTF">2026-07-09T06:19:04Z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B016E474C9014C29A4160179B154672D_13</vt:lpwstr>
  </property>
</Properties>
</file>